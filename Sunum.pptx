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F0DFF1-A30E-4D70-AAFC-E4D6B3CADDEC}" v="1" dt="2025-12-30T04:01:52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-43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DBFA1-8BA8-400E-9605-FA0168389B8E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B9415-DB0E-4F92-A0FE-F974458A4DB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190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Saygıdeğer hocam ve arkadaşlar, bugün sizlere geliştirdiğim 'Otomatik Zafiyet Yönetimi' projesini sunacağım. Bu proje, siber güvenlik operasyonlarında en çok zaman alan süreçlerden birini otomatize etmeyi hedeflemektedir.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28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Sunum akışımda öncelikle ele aldığım problemi tanımlayacak, ardından kurduğum mimariyi ve kullandığım risk algoritmasını teknik detaylarıyla açıklayacağım. Sonrasında canlı bir demo ile sistemin çalıştığını gösterip, test sonuçlarıyla sunumu tamamlayacağım.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596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Bir analisti düşünelim. Önüne gelen raporda 500 adet zafiyet var. Bunları tek tek Excel'de inceleyip </a:t>
            </a:r>
            <a:r>
              <a:rPr lang="tr-TR" dirty="0" err="1"/>
              <a:t>Jira'da</a:t>
            </a:r>
            <a:r>
              <a:rPr lang="tr-TR" dirty="0"/>
              <a:t> görev açması saatlerini alır. Bu manuel süreç hem verimsizdir hem de kritik bir açığın gözden kaçma riskini barındırır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723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Amacım, bu süreci bir yazılımla otomatize etmektir. Sadece veriyi taşımak değil, aynı zamanda statik CVSS puanını güncel tehdit istihbaratı ile zenginleştirerek analiste 'Hangi zafiyet gerçekten acil?' sorusunun cevabını vermektir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174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Sistemi modüler bir yapıda tasarladım. Kullanıcı arayüzü için </a:t>
            </a:r>
            <a:r>
              <a:rPr lang="tr-TR" dirty="0" err="1"/>
              <a:t>Streamlit</a:t>
            </a:r>
            <a:r>
              <a:rPr lang="tr-TR" dirty="0"/>
              <a:t>, veri işleme için </a:t>
            </a:r>
            <a:r>
              <a:rPr lang="tr-TR" dirty="0" err="1"/>
              <a:t>Pandas</a:t>
            </a:r>
            <a:r>
              <a:rPr lang="tr-TR" dirty="0"/>
              <a:t> kullandım. Veri akışı, kullanıcının raporu yüklemesiyle başlar, risk motorunda işlenir ve </a:t>
            </a:r>
            <a:r>
              <a:rPr lang="tr-TR" dirty="0" err="1"/>
              <a:t>Jira</a:t>
            </a:r>
            <a:r>
              <a:rPr lang="tr-TR" dirty="0"/>
              <a:t> API aracılığıyla son bulur.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408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Sistemin kalbi burasıdır. Sadece CVSS skoruna bakmıyoruz. Eğer bir zafiyet </a:t>
            </a:r>
            <a:r>
              <a:rPr lang="tr-TR" dirty="0" err="1"/>
              <a:t>CISA'nın</a:t>
            </a:r>
            <a:r>
              <a:rPr lang="tr-TR" dirty="0"/>
              <a:t> 'Aktif İstismar Edilenler' listesindeyse, sistem bunu otomatik olarak en kritik seviyeye çeker. Ayrıca ağ üzerinden sömürülebilen zafiyetlere ek puan cezası uygularız.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7148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Yazılımın güvenilirliğini </a:t>
            </a:r>
            <a:r>
              <a:rPr lang="tr-TR" dirty="0" err="1"/>
              <a:t>Pytest</a:t>
            </a:r>
            <a:r>
              <a:rPr lang="tr-TR" dirty="0"/>
              <a:t> ile 5 farklı senaryoda test ettim ve %100 başarı sağladım. Performans tarafında ise manuel işleme göre %98 oranında zaman tasarrufu sağladığımızı ölçümledim.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65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Sonuç olarak, çalışan ve ölçeklenebilir bir prototip ortaya koydum. İleride bu projeye yapay zeka entegre ederek çözüm önerilerini de otomatize etmeyi planlıyorum. Dinlediğiniz için teşekkür ederim, sorularınızı alabilirim.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79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1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9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7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5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2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F58A5752-E380-6311-9532-D2550237D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/>
          </a:bodyPr>
          <a:lstStyle/>
          <a:p>
            <a:pPr algn="ctr"/>
            <a:r>
              <a:rPr lang="tr-TR" dirty="0" err="1"/>
              <a:t>Zaafiyet</a:t>
            </a:r>
            <a:r>
              <a:rPr lang="tr-TR" dirty="0"/>
              <a:t> Otomasyonu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DFD6CDB-3C76-A93B-5833-B02B77B09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46" y="3502458"/>
            <a:ext cx="6398912" cy="24692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r-TR" sz="2000" dirty="0"/>
              <a:t>Zafiyet Tarama Çıktılarının Entegrasyonu ve Otomasyonu</a:t>
            </a:r>
          </a:p>
          <a:p>
            <a:pPr>
              <a:lnSpc>
                <a:spcPct val="100000"/>
              </a:lnSpc>
            </a:pPr>
            <a:r>
              <a:rPr lang="tr-TR" sz="2000" dirty="0"/>
              <a:t>Siber Güvenlik Dönem Sonu Projesi</a:t>
            </a:r>
          </a:p>
          <a:p>
            <a:pPr>
              <a:lnSpc>
                <a:spcPct val="100000"/>
              </a:lnSpc>
            </a:pPr>
            <a:r>
              <a:rPr lang="tr-TR" sz="2000" dirty="0"/>
              <a:t>Hatice Çankaya 201805028</a:t>
            </a:r>
          </a:p>
          <a:p>
            <a:pPr>
              <a:lnSpc>
                <a:spcPct val="100000"/>
              </a:lnSpc>
            </a:pPr>
            <a:endParaRPr lang="tr-TR" sz="2000" dirty="0"/>
          </a:p>
          <a:p>
            <a:pPr>
              <a:lnSpc>
                <a:spcPct val="100000"/>
              </a:lnSpc>
            </a:pPr>
            <a:r>
              <a:rPr lang="tr-TR" sz="2000" dirty="0"/>
              <a:t>Aralık 2025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mor, macenta, renklilik, hafif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77C839-AD22-E79B-A2E9-C64387E65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1" r="47817"/>
          <a:stretch>
            <a:fillRect/>
          </a:stretch>
        </p:blipFill>
        <p:spPr>
          <a:xfrm>
            <a:off x="6779344" y="1"/>
            <a:ext cx="5435482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6642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C8A27C3F-ED24-9F06-4080-BE8F09B5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r>
              <a:rPr lang="tr-TR" b="1" dirty="0"/>
              <a:t>Sunum İçeriği</a:t>
            </a:r>
            <a:endParaRPr lang="tr-TR" dirty="0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01B3B55-194B-27C7-8902-5ABC66977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8" y="2340129"/>
            <a:ext cx="8817702" cy="3836833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Problem Tanımı ve Motivasyon</a:t>
            </a:r>
          </a:p>
          <a:p>
            <a:r>
              <a:rPr lang="tr-TR" dirty="0"/>
              <a:t>Projenin Amacı ve Kapsamı</a:t>
            </a:r>
          </a:p>
          <a:p>
            <a:r>
              <a:rPr lang="tr-TR" dirty="0"/>
              <a:t>Sistem Mimarisi ve Teknolojiler</a:t>
            </a:r>
          </a:p>
          <a:p>
            <a:r>
              <a:rPr lang="tr-TR" dirty="0"/>
              <a:t>Risk Hesaplama Algoritması</a:t>
            </a:r>
          </a:p>
          <a:p>
            <a:r>
              <a:rPr lang="tr-TR" dirty="0"/>
              <a:t>Güvenlik Analizi (Tehdit Modeli)</a:t>
            </a:r>
          </a:p>
          <a:p>
            <a:r>
              <a:rPr lang="tr-TR" dirty="0"/>
              <a:t>Demo (Uygulama Gösterimi)</a:t>
            </a:r>
          </a:p>
          <a:p>
            <a:r>
              <a:rPr lang="tr-TR" dirty="0"/>
              <a:t>Test ve Doğrulama</a:t>
            </a:r>
          </a:p>
          <a:p>
            <a:r>
              <a:rPr lang="tr-TR" dirty="0"/>
              <a:t>Sonuçlar ve Performans Analizi</a:t>
            </a:r>
          </a:p>
          <a:p>
            <a:r>
              <a:rPr lang="tr-TR" dirty="0"/>
              <a:t>Gelecek Çalışmalar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80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167FCC-FA8E-17AE-2C58-57FC441F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Tanımı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45554A-0D70-FAF4-7273-E9AF8E96D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Mevcut Durum:</a:t>
            </a:r>
            <a:r>
              <a:rPr lang="tr-TR" dirty="0"/>
              <a:t> Kurumsal ağlarda tarama sonucu yüzlerce zafiyet (CVE) çıkmaktadır.</a:t>
            </a:r>
          </a:p>
          <a:p>
            <a:r>
              <a:rPr lang="tr-TR" b="1" dirty="0"/>
              <a:t>Sorunlar:</a:t>
            </a:r>
            <a:endParaRPr lang="tr-TR" dirty="0"/>
          </a:p>
          <a:p>
            <a:pPr lvl="1"/>
            <a:r>
              <a:rPr lang="tr-TR" dirty="0"/>
              <a:t>🔍 </a:t>
            </a:r>
            <a:r>
              <a:rPr lang="tr-TR" b="1" dirty="0"/>
              <a:t>Manuel Analiz:</a:t>
            </a:r>
            <a:r>
              <a:rPr lang="tr-TR" dirty="0"/>
              <a:t> Her bulguyu tek tek incelemek saatler sürmektedir.</a:t>
            </a:r>
          </a:p>
          <a:p>
            <a:pPr lvl="1"/>
            <a:r>
              <a:rPr lang="tr-TR" dirty="0"/>
              <a:t>⚠️ </a:t>
            </a:r>
            <a:r>
              <a:rPr lang="tr-TR" b="1" dirty="0"/>
              <a:t>İnsan Hatası:</a:t>
            </a:r>
            <a:r>
              <a:rPr lang="tr-TR" dirty="0"/>
              <a:t> Yorgunluk nedeniyle kritik bir zafiyetin (</a:t>
            </a:r>
            <a:r>
              <a:rPr lang="tr-TR" dirty="0" err="1"/>
              <a:t>Örn</a:t>
            </a:r>
            <a:r>
              <a:rPr lang="tr-TR" dirty="0"/>
              <a:t>: CISA KEV) gözden kaçırılması.</a:t>
            </a:r>
          </a:p>
          <a:p>
            <a:pPr lvl="1"/>
            <a:r>
              <a:rPr lang="tr-TR" dirty="0"/>
              <a:t>⏳ </a:t>
            </a:r>
            <a:r>
              <a:rPr lang="tr-TR" b="1" dirty="0"/>
              <a:t>Geç Müdahale:</a:t>
            </a:r>
            <a:r>
              <a:rPr lang="tr-TR" dirty="0"/>
              <a:t> Tespit ile onarım (</a:t>
            </a:r>
            <a:r>
              <a:rPr lang="tr-TR" dirty="0" err="1"/>
              <a:t>ticket</a:t>
            </a:r>
            <a:r>
              <a:rPr lang="tr-TR" dirty="0"/>
              <a:t> açma) arasında geçen sürenin uzunluğu.</a:t>
            </a:r>
          </a:p>
        </p:txBody>
      </p:sp>
    </p:spTree>
    <p:extLst>
      <p:ext uri="{BB962C8B-B14F-4D97-AF65-F5344CB8AC3E}">
        <p14:creationId xmlns:p14="http://schemas.microsoft.com/office/powerpoint/2010/main" val="196785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CB49F8-4010-9D34-D24F-0BC59EF4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Çözüm ve Amaç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8E04B6A-9C39-5A87-F099-B2877C7C3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Çözüm:</a:t>
            </a:r>
            <a:r>
              <a:rPr lang="tr-TR" dirty="0"/>
              <a:t> JSON tabanlı tarama çıktılarını işleyen ve </a:t>
            </a:r>
            <a:r>
              <a:rPr lang="tr-TR" dirty="0" err="1"/>
              <a:t>Jira</a:t>
            </a:r>
            <a:r>
              <a:rPr lang="tr-TR" dirty="0"/>
              <a:t> API ile entegre çalışan bir sistem</a:t>
            </a:r>
          </a:p>
          <a:p>
            <a:r>
              <a:rPr lang="tr-TR" b="1" dirty="0"/>
              <a:t>Amaç:</a:t>
            </a:r>
            <a:endParaRPr lang="tr-TR" dirty="0"/>
          </a:p>
          <a:p>
            <a:pPr lvl="1"/>
            <a:r>
              <a:rPr lang="tr-TR" dirty="0"/>
              <a:t>Sürecin </a:t>
            </a:r>
            <a:r>
              <a:rPr lang="tr-TR" b="1" dirty="0"/>
              <a:t>%95+</a:t>
            </a:r>
            <a:r>
              <a:rPr lang="tr-TR" dirty="0"/>
              <a:t> oranında hızlandırılması.</a:t>
            </a:r>
          </a:p>
          <a:p>
            <a:pPr lvl="1"/>
            <a:r>
              <a:rPr lang="tr-TR" b="1" dirty="0"/>
              <a:t>EPSS</a:t>
            </a:r>
            <a:r>
              <a:rPr lang="tr-TR" dirty="0"/>
              <a:t> ve </a:t>
            </a:r>
            <a:r>
              <a:rPr lang="tr-TR" b="1" dirty="0"/>
              <a:t>CISA KEV</a:t>
            </a:r>
            <a:r>
              <a:rPr lang="tr-TR" dirty="0"/>
              <a:t> verileriyle "Gerçek Risk" odaklı önceliklendirme.</a:t>
            </a:r>
          </a:p>
          <a:p>
            <a:pPr lvl="1"/>
            <a:r>
              <a:rPr lang="tr-TR" dirty="0"/>
              <a:t>Standartlaştırılmış bilet (</a:t>
            </a:r>
            <a:r>
              <a:rPr lang="tr-TR" dirty="0" err="1"/>
              <a:t>Ticket</a:t>
            </a:r>
            <a:r>
              <a:rPr lang="tr-TR" dirty="0"/>
              <a:t>) formatı.</a:t>
            </a:r>
          </a:p>
        </p:txBody>
      </p:sp>
    </p:spTree>
    <p:extLst>
      <p:ext uri="{BB962C8B-B14F-4D97-AF65-F5344CB8AC3E}">
        <p14:creationId xmlns:p14="http://schemas.microsoft.com/office/powerpoint/2010/main" val="335810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05B8C9-6A35-2D29-8D50-9B7D2DB7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DE03EE-40A8-6BBD-6282-CD31B17FF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Teknolojiler:</a:t>
            </a:r>
          </a:p>
          <a:p>
            <a:r>
              <a:rPr lang="tr-TR" dirty="0"/>
              <a:t>🐍 </a:t>
            </a:r>
            <a:r>
              <a:rPr lang="tr-TR" dirty="0" err="1"/>
              <a:t>Backend</a:t>
            </a:r>
            <a:r>
              <a:rPr lang="tr-TR" dirty="0"/>
              <a:t>: Python 3.9 (</a:t>
            </a:r>
            <a:r>
              <a:rPr lang="tr-TR" dirty="0" err="1"/>
              <a:t>Pandas</a:t>
            </a:r>
            <a:r>
              <a:rPr lang="tr-TR" dirty="0"/>
              <a:t>, </a:t>
            </a:r>
            <a:r>
              <a:rPr lang="tr-TR" dirty="0" err="1"/>
              <a:t>Jira</a:t>
            </a:r>
            <a:r>
              <a:rPr lang="tr-TR" dirty="0"/>
              <a:t> </a:t>
            </a:r>
            <a:r>
              <a:rPr lang="tr-TR" dirty="0" err="1"/>
              <a:t>Lib</a:t>
            </a:r>
            <a:r>
              <a:rPr lang="tr-TR" dirty="0"/>
              <a:t>)</a:t>
            </a:r>
          </a:p>
          <a:p>
            <a:r>
              <a:rPr lang="tr-TR" dirty="0"/>
              <a:t>🎨 </a:t>
            </a:r>
            <a:r>
              <a:rPr lang="tr-TR" dirty="0" err="1"/>
              <a:t>Frontend</a:t>
            </a:r>
            <a:r>
              <a:rPr lang="tr-TR" dirty="0"/>
              <a:t>: </a:t>
            </a:r>
            <a:r>
              <a:rPr lang="tr-TR" dirty="0" err="1"/>
              <a:t>Streamlit</a:t>
            </a:r>
            <a:r>
              <a:rPr lang="tr-TR" dirty="0"/>
              <a:t> (Web UI)</a:t>
            </a:r>
          </a:p>
          <a:p>
            <a:r>
              <a:rPr lang="tr-TR" dirty="0"/>
              <a:t>⚙️ Entegrasyon: </a:t>
            </a:r>
            <a:r>
              <a:rPr lang="tr-TR" dirty="0" err="1"/>
              <a:t>Jira</a:t>
            </a:r>
            <a:r>
              <a:rPr lang="tr-TR" dirty="0"/>
              <a:t> REST API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Veri Akışı: JSON Girdi ➔ Veri Yükleyici ➔ Risk Motoru ➔ </a:t>
            </a:r>
            <a:r>
              <a:rPr lang="tr-TR" dirty="0" err="1"/>
              <a:t>Jira</a:t>
            </a:r>
            <a:r>
              <a:rPr lang="tr-TR" dirty="0"/>
              <a:t> İstemcisi ➔ Bulut Sunucu</a:t>
            </a:r>
          </a:p>
        </p:txBody>
      </p:sp>
    </p:spTree>
    <p:extLst>
      <p:ext uri="{BB962C8B-B14F-4D97-AF65-F5344CB8AC3E}">
        <p14:creationId xmlns:p14="http://schemas.microsoft.com/office/powerpoint/2010/main" val="338143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D4745B-8ABA-8729-29DC-D5AFAE64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Risk Hesaplama Mantığı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15442E-CBF7-ED97-CF9E-314BF7E40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Dinamik Skorlama Formülü:</a:t>
            </a:r>
          </a:p>
          <a:p>
            <a:pPr marL="0" indent="0">
              <a:buNone/>
            </a:pPr>
            <a:r>
              <a:rPr lang="tr-TR" dirty="0"/>
              <a:t>Risk = (Base x 0.5) + (</a:t>
            </a:r>
            <a:r>
              <a:rPr lang="tr-TR" dirty="0" err="1"/>
              <a:t>Impact</a:t>
            </a:r>
            <a:r>
              <a:rPr lang="tr-TR" dirty="0"/>
              <a:t> x 0.3) + (</a:t>
            </a:r>
            <a:r>
              <a:rPr lang="tr-TR" dirty="0" err="1"/>
              <a:t>Exploit</a:t>
            </a:r>
            <a:r>
              <a:rPr lang="tr-TR" dirty="0"/>
              <a:t> x 0.2)</a:t>
            </a:r>
          </a:p>
          <a:p>
            <a:pPr marL="0" indent="0">
              <a:buNone/>
            </a:pPr>
            <a:r>
              <a:rPr lang="tr-TR" dirty="0"/>
              <a:t>Kritik Faktörler:</a:t>
            </a:r>
          </a:p>
          <a:p>
            <a:pPr marL="0" indent="0">
              <a:buNone/>
            </a:pPr>
            <a:r>
              <a:rPr lang="tr-TR" dirty="0"/>
              <a:t>🚨 CISA KEV: Listede varsa direkt CRITICAL (10.0).</a:t>
            </a:r>
          </a:p>
          <a:p>
            <a:pPr marL="0" indent="0">
              <a:buNone/>
            </a:pPr>
            <a:r>
              <a:rPr lang="tr-TR" dirty="0"/>
              <a:t>🌐 Network Vektörü: Ağ tabanlı saldırı ise +1.5 Puan. </a:t>
            </a:r>
          </a:p>
        </p:txBody>
      </p:sp>
    </p:spTree>
    <p:extLst>
      <p:ext uri="{BB962C8B-B14F-4D97-AF65-F5344CB8AC3E}">
        <p14:creationId xmlns:p14="http://schemas.microsoft.com/office/powerpoint/2010/main" val="212176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B5E937-6AB9-39D4-46F7-D5352A39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 ve Sonuçlar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520C87-813E-CDFC-1B5D-F9D17E115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Birim Testler (</a:t>
            </a:r>
            <a:r>
              <a:rPr lang="tr-TR" b="1" dirty="0" err="1"/>
              <a:t>Pytest</a:t>
            </a:r>
            <a:r>
              <a:rPr lang="tr-TR" b="1" dirty="0"/>
              <a:t>):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✅ CISA KEV Kontrolü</a:t>
            </a:r>
          </a:p>
          <a:p>
            <a:pPr marL="0" indent="0">
              <a:buNone/>
            </a:pPr>
            <a:r>
              <a:rPr lang="tr-TR" dirty="0"/>
              <a:t>✅ Skor Hesaplama Sınırları</a:t>
            </a:r>
          </a:p>
          <a:p>
            <a:pPr marL="0" indent="0">
              <a:buNone/>
            </a:pPr>
            <a:r>
              <a:rPr lang="tr-TR" dirty="0"/>
              <a:t>✅ Hatalı Veri Yönetimi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 descr="metin, yazılım, multimedya yazılımı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0B904B1-455C-A45B-E345-591147D57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74" y="4252978"/>
            <a:ext cx="11526859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1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56C337-7E3A-1A0B-4703-CACBD14F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 ve Sonuçlar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75F3A4C-633A-17C6-EFB7-F57E0A7F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800" b="1" dirty="0"/>
              <a:t>Performans:</a:t>
            </a:r>
            <a:endParaRPr lang="tr-TR" sz="2800" dirty="0"/>
          </a:p>
          <a:p>
            <a:pPr marL="0" indent="0">
              <a:buNone/>
            </a:pPr>
            <a:r>
              <a:rPr lang="tr-TR" b="1" dirty="0"/>
              <a:t>Manuel İşlem: </a:t>
            </a:r>
            <a:r>
              <a:rPr lang="tr-TR" dirty="0"/>
              <a:t>~2 dakika/kayıt</a:t>
            </a:r>
          </a:p>
          <a:p>
            <a:pPr marL="0" indent="0">
              <a:buNone/>
            </a:pPr>
            <a:r>
              <a:rPr lang="tr-TR" b="1" dirty="0"/>
              <a:t>Otomatik İşlem:</a:t>
            </a:r>
            <a:r>
              <a:rPr lang="tr-TR" dirty="0"/>
              <a:t> ~1.5 saniye/kayıt</a:t>
            </a:r>
          </a:p>
          <a:p>
            <a:pPr marL="0" indent="0">
              <a:buNone/>
            </a:pPr>
            <a:r>
              <a:rPr lang="tr-TR" dirty="0"/>
              <a:t>🚀 </a:t>
            </a:r>
            <a:r>
              <a:rPr lang="tr-TR" b="1" dirty="0"/>
              <a:t>Verimlilik Artışı:</a:t>
            </a:r>
            <a:r>
              <a:rPr lang="tr-TR" dirty="0"/>
              <a:t> </a:t>
            </a:r>
            <a:r>
              <a:rPr lang="tr-TR" b="1" dirty="0"/>
              <a:t>%98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495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888F2C-3BCC-05CD-4FEE-88D7947B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 ve Gelecek Çalışmalar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C6CCB0-8E7C-8A81-006D-6397BDE8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Sonuç:</a:t>
            </a:r>
          </a:p>
          <a:p>
            <a:r>
              <a:rPr lang="tr-TR" dirty="0"/>
              <a:t>Çalışan, test edilmiş, modüler bir prototip başarıyla geliştirilmiştir.</a:t>
            </a:r>
          </a:p>
          <a:p>
            <a:pPr marL="0" indent="0">
              <a:buNone/>
            </a:pPr>
            <a:r>
              <a:rPr lang="tr-TR" b="1" dirty="0"/>
              <a:t>Gelecek Çalışmalar:</a:t>
            </a:r>
          </a:p>
          <a:p>
            <a:r>
              <a:rPr lang="tr-TR" dirty="0"/>
              <a:t>Daha fazla tarama formatı desteği (</a:t>
            </a:r>
            <a:r>
              <a:rPr lang="tr-TR" dirty="0" err="1"/>
              <a:t>Nessus</a:t>
            </a:r>
            <a:r>
              <a:rPr lang="tr-TR" dirty="0"/>
              <a:t>, </a:t>
            </a:r>
            <a:r>
              <a:rPr lang="tr-TR" dirty="0" err="1"/>
              <a:t>OpenVAS</a:t>
            </a:r>
            <a:r>
              <a:rPr lang="tr-TR" dirty="0"/>
              <a:t>) ve gerçek veri üzerinde çalışma.</a:t>
            </a:r>
          </a:p>
          <a:p>
            <a:r>
              <a:rPr lang="tr-TR" dirty="0"/>
              <a:t>Yapay zeka (LLM) ile çözüm önerisi (</a:t>
            </a:r>
            <a:r>
              <a:rPr lang="tr-TR" dirty="0" err="1"/>
              <a:t>Remediation</a:t>
            </a:r>
            <a:r>
              <a:rPr lang="tr-TR" dirty="0"/>
              <a:t>) üretimi.</a:t>
            </a:r>
          </a:p>
          <a:p>
            <a:r>
              <a:rPr lang="tr-TR" dirty="0"/>
              <a:t>API </a:t>
            </a:r>
            <a:r>
              <a:rPr lang="tr-TR" dirty="0" err="1"/>
              <a:t>Database’inin</a:t>
            </a:r>
            <a:r>
              <a:rPr lang="tr-TR" dirty="0"/>
              <a:t> yaratılması</a:t>
            </a:r>
          </a:p>
        </p:txBody>
      </p:sp>
    </p:spTree>
    <p:extLst>
      <p:ext uri="{BB962C8B-B14F-4D97-AF65-F5344CB8AC3E}">
        <p14:creationId xmlns:p14="http://schemas.microsoft.com/office/powerpoint/2010/main" val="3091843530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639</Words>
  <Application>Microsoft Office PowerPoint</Application>
  <PresentationFormat>Geniş ekran</PresentationFormat>
  <Paragraphs>74</Paragraphs>
  <Slides>9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Aptos</vt:lpstr>
      <vt:lpstr>Arial</vt:lpstr>
      <vt:lpstr>Grandview</vt:lpstr>
      <vt:lpstr>Wingdings</vt:lpstr>
      <vt:lpstr>CosineVTI</vt:lpstr>
      <vt:lpstr>Zaafiyet Otomasyonu</vt:lpstr>
      <vt:lpstr>Sunum İçeriği</vt:lpstr>
      <vt:lpstr>Problem Tanımı</vt:lpstr>
      <vt:lpstr>Çözüm ve Amaç</vt:lpstr>
      <vt:lpstr>Sistem Mimarisi</vt:lpstr>
      <vt:lpstr>Risk Hesaplama Mantığı</vt:lpstr>
      <vt:lpstr>Test ve Sonuçlar</vt:lpstr>
      <vt:lpstr>Test ve Sonuçlar</vt:lpstr>
      <vt:lpstr>Sonuç ve Gelecek Çalışmalar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Hatice �ANKAYA</dc:creator>
  <cp:lastModifiedBy>Hatice �ANKAYA</cp:lastModifiedBy>
  <cp:revision>1</cp:revision>
  <dcterms:created xsi:type="dcterms:W3CDTF">2025-12-30T03:45:42Z</dcterms:created>
  <dcterms:modified xsi:type="dcterms:W3CDTF">2025-12-30T04:01:56Z</dcterms:modified>
</cp:coreProperties>
</file>